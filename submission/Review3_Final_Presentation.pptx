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Fill in team names, registration numbers and guide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moving vehicle cannot wait for a retransmission round 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these in order; docs/DEMO.md has a 2-minute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200" b="1">
                <a:solidFill>
                  <a:srgbClr val="FFFFFF"/>
                </a:solidFill>
                <a:latin typeface="Calibri"/>
              </a:rPr>
              <a:t>Adaptive Multi-Error FEC Link Layer for High-Interference Environments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BFD4EA"/>
                </a:solidFill>
                <a:latin typeface="Calibri"/>
              </a:rPr>
              <a:t>Extension of "Fast-Lane FEC for Automated Toll Booths"  -  Computer Networks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48056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Team: Pavitran VC [Reg. No.]  |  [Member 2]  |  [Member 3]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Guide: [Name, designation]   |   Review 3 - Final Project, 26-30 Oct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Problem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3A5F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A toll unit must read a vehicle's 96-bit RFID tag ID in passing.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The wireless channel is noisy: random flips plus bursts (trucks, other readers, MRI/CT equipment).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Retransmission costs a round trip the vehicle may not have; a wrong ID means a wrong charge.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18872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3A5F"/>
                </a:solidFill>
                <a:latin typeface="Calibri"/>
              </a:rPr>
              <a:t>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373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Implement Hamming, SECDED, BCH, Reed-Solomon, LDPC and CRC-32 from scratch (C11).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Model BSC, Gilbert-Elliott and burst noise in two profiles: toll plaza, hospital imaging.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Build a real 3-process UDP link with feedback.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Compare FEC, ARQ, HARQ and an adaptive controller with 20-seed statistics.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Never accept a wrong ID silently.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6583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1800">
                <a:solidFill>
                  <a:srgbClr val="1F3A5F"/>
                </a:solidFill>
                <a:latin typeface="Calibri"/>
              </a:rPr>
              <a:t>• Correct in place: </a:t>
            </a:r>
            <a:r>
              <a:rPr sz="1800">
                <a:solidFill>
                  <a:srgbClr val="222B36"/>
                </a:solidFill>
                <a:latin typeface="Calibri"/>
              </a:rPr>
              <a:t>FEC on ID96 + CRC-32 - no round trip needed for most frames.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1F3A5F"/>
                </a:solidFill>
                <a:latin typeface="Calibri"/>
              </a:rPr>
              <a:t>• End-to-end safety: </a:t>
            </a:r>
            <a:r>
              <a:rPr sz="1800">
                <a:solidFill>
                  <a:srgbClr val="222B36"/>
                </a:solidFill>
                <a:latin typeface="Calibri"/>
              </a:rPr>
              <a:t>CRC-32 turns miscorrections into DETECTED_FAIL, never a wrong bill.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1F3A5F"/>
                </a:solidFill>
                <a:latin typeface="Calibri"/>
              </a:rPr>
              <a:t>• Right code for the noise: </a:t>
            </a:r>
            <a:r>
              <a:rPr sz="1800">
                <a:solidFill>
                  <a:srgbClr val="222B36"/>
                </a:solidFill>
                <a:latin typeface="Calibri"/>
              </a:rPr>
              <a:t>BCH for random errors, Reed-Solomon for bursts.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1F3A5F"/>
                </a:solidFill>
                <a:latin typeface="Calibri"/>
              </a:rPr>
              <a:t>• Hybrid ARQ: </a:t>
            </a:r>
            <a:r>
              <a:rPr sz="1800">
                <a:solidFill>
                  <a:srgbClr val="222B36"/>
                </a:solidFill>
                <a:latin typeface="Calibri"/>
              </a:rPr>
              <a:t>retransmit only when the CRC fails.</a:t>
            </a:r>
          </a:p>
          <a:p>
            <a:pPr>
              <a:spcAft>
                <a:spcPts val="900"/>
              </a:spcAft>
            </a:pPr>
            <a:r>
              <a:rPr b="1" sz="1800">
                <a:solidFill>
                  <a:srgbClr val="1F3A5F"/>
                </a:solidFill>
                <a:latin typeface="Calibri"/>
              </a:rPr>
              <a:t>• Adaptive ladder: </a:t>
            </a:r>
            <a:r>
              <a:rPr sz="1800">
                <a:solidFill>
                  <a:srgbClr val="222B36"/>
                </a:solidFill>
                <a:latin typeface="Calibri"/>
              </a:rPr>
              <a:t>receiver feedback changes code strength as the channel changes.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371600"/>
            <a:ext cx="2011680" cy="173736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46304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A9D8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2275027"/>
            <a:ext cx="1828800" cy="7818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UDP processes: vehicle, channel, tollgate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92640" y="1371600"/>
            <a:ext cx="2011680" cy="173736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E9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0" y="146304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E9A23B"/>
                </a:solidFill>
                <a:latin typeface="Calibri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2275027"/>
            <a:ext cx="1828800" cy="7818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codes incl. RS &amp; LDPC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79" y="3383280"/>
            <a:ext cx="2011680" cy="173736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E9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347472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E9A23B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4286707"/>
            <a:ext cx="1828800" cy="7818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link strategies: FEC, ARQ, HARQ, adaptive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92640" y="3383280"/>
            <a:ext cx="2011680" cy="173736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0" y="347472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A9D8F"/>
                </a:solidFill>
                <a:latin typeface="Calibr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286707"/>
            <a:ext cx="1828800" cy="7818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SILENT_WRONG in 1.4M frames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Final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51560"/>
            <a:ext cx="924176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2356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22B36"/>
                </a:solidFill>
                <a:latin typeface="Calibri"/>
              </a:rPr>
              <a:t>Evaluation-only ground-truth sidecar lets us count SILENT_WRONG without the decoder ever seeing the truth. Same library powers the UDP programs and the in-process benchmark.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pic>
        <p:nvPicPr>
          <p:cNvPr id="6" name="Picture 5" descr="adap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766560" cy="2304189"/>
          </a:xfrm>
          <a:prstGeom prst="rect">
            <a:avLst/>
          </a:prstGeom>
        </p:spPr>
      </p:pic>
      <p:pic>
        <p:nvPicPr>
          <p:cNvPr id="7" name="Picture 6" descr="fr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657600"/>
            <a:ext cx="6766560" cy="146464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188720"/>
            <a:ext cx="44805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• Codes: </a:t>
            </a:r>
            <a:r>
              <a:rPr sz="1600">
                <a:solidFill>
                  <a:srgbClr val="222B36"/>
                </a:solidFill>
                <a:latin typeface="Calibri"/>
              </a:rPr>
              <a:t>syndromes + Berlekamp-Massey + Chien (BCH); + Forney (RS); bit flipping (LDPC).</a:t>
            </a:r>
          </a:p>
          <a:p>
            <a:pPr>
              <a:spcAft>
                <a:spcPts val="9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• Noise: </a:t>
            </a:r>
            <a:r>
              <a:rPr sz="1600">
                <a:solidFill>
                  <a:srgbClr val="222B36"/>
                </a:solidFill>
                <a:latin typeface="Calibri"/>
              </a:rPr>
              <a:t>seeded BSC / Gilbert-Elliott / burst.</a:t>
            </a:r>
          </a:p>
          <a:p>
            <a:pPr>
              <a:spcAft>
                <a:spcPts val="9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• Metrics: </a:t>
            </a:r>
            <a:r>
              <a:rPr sz="1600">
                <a:solidFill>
                  <a:srgbClr val="222B36"/>
                </a:solidFill>
                <a:latin typeface="Calibri"/>
              </a:rPr>
              <a:t>success, goodput, retx/frame, p99 latency.</a:t>
            </a:r>
          </a:p>
          <a:p>
            <a:pPr>
              <a:spcAft>
                <a:spcPts val="9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• Statistics: </a:t>
            </a:r>
            <a:r>
              <a:rPr sz="1600">
                <a:solidFill>
                  <a:srgbClr val="222B36"/>
                </a:solidFill>
                <a:latin typeface="Calibri"/>
              </a:rPr>
              <a:t>20 seeds, Student-t 95% CI, paired differences.</a:t>
            </a:r>
          </a:p>
          <a:p>
            <a:pPr>
              <a:spcAft>
                <a:spcPts val="900"/>
              </a:spcAft>
            </a:pPr>
            <a:r>
              <a:rPr b="1" sz="1600">
                <a:solidFill>
                  <a:srgbClr val="1F3A5F"/>
                </a:solidFill>
                <a:latin typeface="Calibri"/>
              </a:rPr>
              <a:t>• Pre-registered </a:t>
            </a:r>
            <a:r>
              <a:rPr sz="1600">
                <a:solidFill>
                  <a:srgbClr val="222B36"/>
                </a:solidFill>
                <a:latin typeface="Calibri"/>
              </a:rPr>
              <a:t>all-RS ladder experiment.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6766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1206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Codes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Hamming, SECDED, BCH, RS, LDPC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CRC-32 (IEEE 802.3)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Noise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BSC, Gilbert-Elliott, burst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Strategies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FEC, ARQ, HARQ, adaptive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Tools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bench, plots, live dashboard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ASan/UBSan, fuzz, CI (Ubuntu+macOS)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680960" y="1188720"/>
            <a:ext cx="2011680" cy="155448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0" y="128016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A9D8F"/>
                </a:solidFill>
                <a:latin typeface="Calibr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997049"/>
            <a:ext cx="1828800" cy="6995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library modules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84080" y="1188720"/>
            <a:ext cx="2011680" cy="155448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E9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0" y="128016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E9A23B"/>
                </a:solidFill>
                <a:latin typeface="Calibri"/>
              </a:rPr>
              <a:t>158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19" y="1997049"/>
            <a:ext cx="1828800" cy="6995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unit test cases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2926080"/>
            <a:ext cx="2011680" cy="155448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E9A2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0" y="301752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E9A23B"/>
                </a:solidFill>
                <a:latin typeface="Calibri"/>
              </a:rPr>
              <a:t>~4.5k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3734409"/>
            <a:ext cx="1828800" cy="6995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lines C11 (+3.1k tests)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84080" y="2926080"/>
            <a:ext cx="2011680" cy="1554480"/>
          </a:xfrm>
          <a:prstGeom prst="roundRect">
            <a:avLst/>
          </a:prstGeom>
          <a:solidFill>
            <a:srgbClr val="EEF2F6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0" y="3017520"/>
            <a:ext cx="20116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A9D8F"/>
                </a:solidFill>
                <a:latin typeface="Calibr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19" y="3734409"/>
            <a:ext cx="1828800" cy="6995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22B36"/>
                </a:solidFill>
                <a:latin typeface="Calibri"/>
              </a:rPr>
              <a:t>external libraries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89120"/>
            <a:ext cx="67665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22B36"/>
                </a:solidFill>
                <a:latin typeface="Calibri"/>
              </a:rPr>
              <a:t>C11 + POSIX only. Built and tested on Ubuntu (gcc, clang) and macOS CI; every test run under ASan + UBSan finds no issues.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1124712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108960"/>
                <a:gridCol w="731520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Command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What you will see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make &amp;&amp; make test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build + all unit, integration and failure-injection tests green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make demo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3 processes; coloured bit map; all frames CORRECT (toll)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make demo-hospital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bursty errors; weak codes fail, strong codes survive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make demo-adaptive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controller steps up in hospital segment, down in toll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make dashboard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live web dashboard at 127.0.0.1:8050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Wireshark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22B36"/>
                          </a:solidFill>
                        </a:rPr>
                        <a:t>real UDP on ports 9000 / 9001 / 9002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486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9D8F"/>
                </a:solidFill>
                <a:latin typeface="Calibri"/>
              </a:rPr>
              <a:t>Measured demo run: 20/20 CORRECT, channel flipped 48 of 4,480 bits (BER 0.0107), decoder corrected all 48.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Testing &amp;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188720"/>
          <a:ext cx="566928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2194560"/>
              </a:tblGrid>
              <a:tr h="5029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Layer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24 unit binaries / 158 cases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Fuzz: 450,000 inputs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3-process UDP integration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Failure injection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pass; 4 bugs found &amp; fixed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ASan + UBSan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no findings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CI Ubuntu + macOS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B36"/>
                          </a:solidFill>
                        </a:rPr>
                        <a:t>green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success_vs_burst_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143000"/>
            <a:ext cx="5577840" cy="25565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4572000"/>
            <a:ext cx="55778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Bursts (L=16): bit codes collapse (BCH 0.013); RS and interleaved BCH reach 1.000. SILENT_WRONG = 0 of 1,395,000 frames per profile.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Performance /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43000"/>
          <a:ext cx="70408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371600"/>
                <a:gridCol w="1371600"/>
                <a:gridCol w="118872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 (20 seeds)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Success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Goodput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p99 ms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Stop-and-Wait ARQ (existing)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0.8244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0.296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94.0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FEC RS t=8 (fixed)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0.9817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0.491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11.6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HARQ BCH(31,16)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0.9932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0.429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76.2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HARQ RS t=8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1.0000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0.491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33.2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HARQ RS t=4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0.99998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0.613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42.0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Adaptive (mixed)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0.9995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0.504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33.2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Adaptive (all-RS)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0.99999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0.584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B36"/>
                          </a:solidFill>
                        </a:rPr>
                        <a:t>33.0</a:t>
                      </a:r>
                    </a:p>
                  </a:txBody>
                  <a:tcPr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goodput_vs_success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143000"/>
            <a:ext cx="4389120" cy="195822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4937760"/>
            <a:ext cx="11430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Honest finding: always-on HARQ + RS t=4 beats the adaptive controller on goodput (paired -0.108 +- 0.003); adaptive wins on retransmissions/frame and p99.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22B36"/>
                </a:solidFill>
                <a:latin typeface="Calibri"/>
              </a:rPr>
              <a:t>Versus Stop-and-Wait ARQ: success 0.82 -&gt; ~1.00, p99 94 ms -&gt; 33 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Innovation &amp;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• Ground-truth sidecar: </a:t>
            </a:r>
            <a:r>
              <a:rPr sz="1700">
                <a:solidFill>
                  <a:srgbClr val="222B36"/>
                </a:solidFill>
                <a:latin typeface="Calibri"/>
              </a:rPr>
              <a:t>makes the dangerous SILENT_WRONG case measurable without leaking truth to the decoder.</a:t>
            </a:r>
          </a:p>
          <a:p>
            <a:pPr>
              <a:spcAft>
                <a:spcPts val="9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• Adaptive ladder </a:t>
            </a:r>
            <a:r>
              <a:rPr sz="1700">
                <a:solidFill>
                  <a:srgbClr val="222B36"/>
                </a:solidFill>
                <a:latin typeface="Calibri"/>
              </a:rPr>
              <a:t>with window evidence, binomial step-down model, probe back-off.</a:t>
            </a:r>
          </a:p>
          <a:p>
            <a:pPr>
              <a:spcAft>
                <a:spcPts val="9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• Rigour: </a:t>
            </a:r>
            <a:r>
              <a:rPr sz="1700">
                <a:solidFill>
                  <a:srgbClr val="222B36"/>
                </a:solidFill>
                <a:latin typeface="Calibri"/>
              </a:rPr>
              <a:t>pre-registered experiments, 20-seed CIs, paired differences, failure injection.</a:t>
            </a:r>
          </a:p>
          <a:p>
            <a:pPr>
              <a:spcAft>
                <a:spcPts val="900"/>
              </a:spcAft>
            </a:pPr>
            <a:r>
              <a:rPr b="1" sz="1700">
                <a:solidFill>
                  <a:srgbClr val="1F3A5F"/>
                </a:solidFill>
                <a:latin typeface="Calibri"/>
              </a:rPr>
              <a:t>• One library, </a:t>
            </a:r>
            <a:r>
              <a:rPr sz="1700">
                <a:solidFill>
                  <a:srgbClr val="222B36"/>
                </a:solidFill>
                <a:latin typeface="Calibri"/>
              </a:rPr>
              <a:t>five code families directly comparable.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18872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3A5F"/>
                </a:solidFill>
                <a:latin typeface="Calibri"/>
              </a:rPr>
              <a:t>Real-world application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7373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Electronic toll collection at speed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Hospital / MRI and industrial impulsive-noise links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Vehicle-to-infrastructure and RFID readers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222B36"/>
                </a:solidFill>
                <a:latin typeface="Calibri"/>
              </a:rPr>
              <a:t>• Teaching reference for FEC vs ARQ vs HARQ trade-offs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>
                <a:solidFill>
                  <a:srgbClr val="222B36"/>
                </a:solidFill>
                <a:latin typeface="Calibri"/>
              </a:rPr>
              <a:t>• CRC-protected FEC is safe: no wrong ID in 1,395,000 frames per profile.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B36"/>
                </a:solidFill>
                <a:latin typeface="Calibri"/>
              </a:rPr>
              <a:t>• Best code depends on the noise: BCH for random errors, Reed-Solomon or interleaving for bursts.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B36"/>
                </a:solidFill>
                <a:latin typeface="Calibri"/>
              </a:rPr>
              <a:t>• FEC + feedback clearly beats pure retransmission: success 0.82 -&gt; ~1.00, p99 94 -&gt; 33 ms.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B36"/>
                </a:solidFill>
                <a:latin typeface="Calibri"/>
              </a:rPr>
              <a:t>• Adaptive FEC tracks the channel but a strong fixed HARQ + RS t=4 wins on goodput - ladder design matters more than control logic.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A9D8F"/>
                </a:solidFill>
                <a:latin typeface="Calibri"/>
              </a:rPr>
              <a:t>All objectives achieved except 'adaptive beats every fixed strategy' - reported honestly. Limitations: simulation only, assumed noise parameters, unprotected header (known open problem).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Future Enhancement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00800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77808A"/>
                </a:solidFill>
                <a:latin typeface="Calibri"/>
              </a:rPr>
              <a:t>Adaptive Multi-Error FEC Link Layer  |  Review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b="1" sz="2000">
                <a:solidFill>
                  <a:srgbClr val="1F3A5F"/>
                </a:solidFill>
                <a:latin typeface="Calibri"/>
              </a:rPr>
              <a:t>• Header CRC-16 </a:t>
            </a:r>
            <a:r>
              <a:rPr sz="2000">
                <a:solidFill>
                  <a:srgbClr val="222B36"/>
                </a:solidFill>
                <a:latin typeface="Calibri"/>
              </a:rPr>
              <a:t>to stop misrouting under header corruption.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F3A5F"/>
                </a:solidFill>
                <a:latin typeface="Calibri"/>
              </a:rPr>
              <a:t>• Type II HARQ </a:t>
            </a:r>
            <a:r>
              <a:rPr sz="2000">
                <a:solidFill>
                  <a:srgbClr val="222B36"/>
                </a:solidFill>
                <a:latin typeface="Calibri"/>
              </a:rPr>
              <a:t>with soft combining; soft-decision (sum-product) LDPC.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F3A5F"/>
                </a:solidFill>
                <a:latin typeface="Calibri"/>
              </a:rPr>
              <a:t>• Smarter controller: </a:t>
            </a:r>
            <a:r>
              <a:rPr sz="2000">
                <a:solidFill>
                  <a:srgbClr val="222B36"/>
                </a:solidFill>
                <a:latin typeface="Calibri"/>
              </a:rPr>
              <a:t>bandit over fixed codes; ladder tuned on a held-out channel.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F3A5F"/>
                </a:solidFill>
                <a:latin typeface="Calibri"/>
              </a:rPr>
              <a:t>• Real-world validation: </a:t>
            </a:r>
            <a:r>
              <a:rPr sz="2000">
                <a:solidFill>
                  <a:srgbClr val="222B36"/>
                </a:solidFill>
                <a:latin typeface="Calibri"/>
              </a:rPr>
              <a:t>measured channel traces, real RTT, hardware-in-the-loop on an RFID / SDR link.</a:t>
            </a:r>
          </a:p>
          <a:p>
            <a:pPr>
              <a:spcAft>
                <a:spcPts val="900"/>
              </a:spcAft>
            </a:pPr>
            <a:r>
              <a:rPr b="1" sz="2000">
                <a:solidFill>
                  <a:srgbClr val="1F3A5F"/>
                </a:solidFill>
                <a:latin typeface="Calibri"/>
              </a:rPr>
              <a:t>• Outcome: </a:t>
            </a:r>
            <a:r>
              <a:rPr sz="2000">
                <a:solidFill>
                  <a:srgbClr val="222B36"/>
                </a:solidFill>
                <a:latin typeface="Calibri"/>
              </a:rPr>
              <a:t>conference paper on adaptive FEC ladders for bursty channels [venue to be filled].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